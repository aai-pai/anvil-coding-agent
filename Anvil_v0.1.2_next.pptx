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Segoe UI"/>
              </a:rPr>
              <a:t>What to Implement Next — Anvil v0.1.2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84280" cy="6400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 bIns="63500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Goal: faster runs, fewer tokens   —   root cause: N sequential LLM calls per run, each re-sending prior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8860B"/>
                </a:solidFill>
                <a:latin typeface="Segoe UI"/>
              </a:rPr>
              <a:t>v0.1.2 focus (biggest win)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94560"/>
            <a:ext cx="5623560" cy="1417320"/>
          </a:xfrm>
          <a:prstGeom prst="roundRect">
            <a:avLst/>
          </a:prstGeom>
          <a:solidFill>
            <a:srgbClr val="FCF3DC"/>
          </a:solidFill>
          <a:ln w="1587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 bIns="63500"/>
          <a:lstStyle/>
          <a:p>
            <a:pPr algn="l"/>
            <a:r>
              <a:rPr sz="1400" b="1">
                <a:solidFill>
                  <a:srgbClr val="1B2631"/>
                </a:solidFill>
                <a:latin typeface="Segoe UI"/>
              </a:rPr>
              <a:t>1.  Early complexity assessment + design-chain gating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B2631"/>
                </a:solidFill>
                <a:latin typeface="Segoe UI"/>
              </a:rPr>
              <a:t>Decide the tier BEFORE the pipeline so trivial tasks collapse (e.g. proposal → implementation). Today gating only trims phases 8–12; the 7 expensive design phases always run.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2E7D32"/>
                </a:solidFill>
                <a:latin typeface="Segoe UI"/>
              </a:rPr>
              <a:t>→ attacks # of calls (latency)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194560"/>
            <a:ext cx="5623560" cy="1417320"/>
          </a:xfrm>
          <a:prstGeom prst="roundRect">
            <a:avLst/>
          </a:prstGeom>
          <a:solidFill>
            <a:srgbClr val="FCF3DC"/>
          </a:solidFill>
          <a:ln w="1587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 bIns="63500"/>
          <a:lstStyle/>
          <a:p>
            <a:pPr algn="l"/>
            <a:r>
              <a:rPr sz="1400" b="1">
                <a:solidFill>
                  <a:srgbClr val="1B2631"/>
                </a:solidFill>
                <a:latin typeface="Segoe UI"/>
              </a:rPr>
              <a:t>2.  Per-phase context trimming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B2631"/>
                </a:solidFill>
                <a:latin typeface="Segoe UI"/>
              </a:rPr>
              <a:t>Send scoped slices / short summaries of prior artifacts instead of full inline docs (close the gap with spec NFR-TK-001/002).</a:t>
            </a:r>
          </a:p>
          <a:p>
            <a:pPr algn="l">
              <a:spcBef>
                <a:spcPts val="300"/>
              </a:spcBef>
            </a:pPr>
            <a:r>
              <a:rPr sz="1050" b="1">
                <a:solidFill>
                  <a:srgbClr val="2E7D32"/>
                </a:solidFill>
                <a:latin typeface="Segoe UI"/>
              </a:rPr>
              <a:t>→ attacks token fatness (cost + speed)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79476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Segoe UI"/>
              </a:rPr>
              <a:t>Then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160520"/>
            <a:ext cx="562356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 bIns="63500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3.  Prompt caching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E6ECF2"/>
                </a:solidFill>
                <a:latin typeface="Segoe UI"/>
              </a:rPr>
              <a:t>Stable cached prefix (domain-knowledge + proposal) across phases; DeepSeek/OpenRouter support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160520"/>
            <a:ext cx="562356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 bIns="63500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4.  Surface tier override in build/UX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E6ECF2"/>
                </a:solidFill>
                <a:latin typeface="Segoe UI"/>
              </a:rPr>
              <a:t>Let users pick --lean / --full; the config knob exists but isn't reachable from chat/REST.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074920"/>
            <a:ext cx="562356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 bIns="63500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5.  Parallel scheduler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E6ECF2"/>
                </a:solidFill>
                <a:latin typeface="Segoe UI"/>
              </a:rPr>
              <a:t>Overlap genuinely independent phases (deferred DAG milestone). Smaller win — chain is mostly linear.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5074920"/>
            <a:ext cx="562356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 bIns="63500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6.  Perceived speed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E6ECF2"/>
                </a:solidFill>
                <a:latin typeface="Segoe UI"/>
              </a:rPr>
              <a:t>Token streaming + live phase progress in chat.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6080760"/>
            <a:ext cx="7863840" cy="54864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CC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 bIns="63500"/>
          <a:lstStyle/>
          <a:p>
            <a:pPr algn="l"/>
            <a:r>
              <a:rPr sz="1100" b="0">
                <a:solidFill>
                  <a:srgbClr val="1B2631"/>
                </a:solidFill>
                <a:latin typeface="Segoe UI"/>
              </a:rPr>
              <a:t>Later: usage-guide README · real OpenHands adapter (single conversation → natural caching + tools)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6080760"/>
            <a:ext cx="3383280" cy="548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 bIns="635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Pick for v0.1.2:  #1 + #2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