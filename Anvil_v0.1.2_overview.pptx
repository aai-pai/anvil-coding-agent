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5F3EF"/>
                </a:solidFill>
                <a:latin typeface="Segoe UI"/>
              </a:rPr>
              <a:t>ANVIL v0.1.2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C74B16"/>
                </a:solidFill>
                <a:latin typeface="Segoe UI"/>
              </a:rPr>
              <a:t>The conversation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0"/>
                </a:solidFill>
                <a:latin typeface="Segoe UI"/>
              </a:rPr>
              <a:t>Standing instructions  ·  Intake clarification  ·  OKF artifacts  ·  File-based build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0"/>
                </a:solidFill>
                <a:latin typeface="Segoe U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0"/>
                </a:solidFill>
                <a:latin typeface="Segoe UI"/>
              </a:rPr>
              <a:t>branch v0.1.2_jc  ·  2026-07-03  ·  four team-filed issues + one enabler 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v0.1.2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Theme:  </a:t>
            </a:r>
            <a:r>
              <a:rPr sz="1600" b="0">
                <a:solidFill>
                  <a:srgbClr val="5A6472"/>
                </a:solidFill>
                <a:latin typeface="Segoe UI"/>
              </a:rPr>
              <a:t>close the loop between what the user said and what Anvil assumed — ask when interactive, assume from documented defaults when autonomous, record everything in the run's files.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#14 Standing instructions  </a:t>
            </a:r>
            <a:r>
              <a:rPr sz="1600" b="0">
                <a:solidFill>
                  <a:srgbClr val="5A6472"/>
                </a:solidFill>
                <a:latin typeface="Segoe UI"/>
              </a:rPr>
              <a:t>— anvil-instructions.md injected into every phase prompt (Copilot-instructions equivalent).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#15 Intake phase  </a:t>
            </a:r>
            <a:r>
              <a:rPr sz="1600" b="0">
                <a:solidFill>
                  <a:srgbClr val="5A6472"/>
                </a:solidFill>
                <a:latin typeface="Segoe UI"/>
              </a:rPr>
              <a:t>— 13th canonical phase; checks completeness before proposal; one bounded Q&amp;A round.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#16 OKF artifacts  </a:t>
            </a:r>
            <a:r>
              <a:rPr sz="1600" b="0">
                <a:solidFill>
                  <a:srgbClr val="5A6472"/>
                </a:solidFill>
                <a:latin typeface="Segoe UI"/>
              </a:rPr>
              <a:t>— all markdown artifacts conform to Google's Open Knowledge Format; docs/index.md per run.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#17 File-based build  </a:t>
            </a:r>
            <a:r>
              <a:rPr sz="1600" b="0">
                <a:solidFill>
                  <a:srgbClr val="5A6472"/>
                </a:solidFill>
                <a:latin typeface="Segoe UI"/>
              </a:rPr>
              <a:t>— build straight from a background-information.md, isolation preserved.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#18 Enabler fix  </a:t>
            </a:r>
            <a:r>
              <a:rPr sz="1600" b="0">
                <a:solidFill>
                  <a:srgbClr val="5A6472"/>
                </a:solidFill>
                <a:latin typeface="Segoe UI"/>
              </a:rPr>
              <a:t>— 2,500-char silent input truncation → 20k configurable + InputTruncated warning events.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Verification:  </a:t>
            </a:r>
            <a:r>
              <a:rPr sz="1600" b="0">
                <a:solidFill>
                  <a:srgbClr val="5A6472"/>
                </a:solidFill>
                <a:latin typeface="Segoe UI"/>
              </a:rPr>
              <a:t>272 Python tests (was 243) · 36 vitest · offline e2e sanity · live gated build demo.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DESIGN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Two documents, two altitudes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anvil-instructions.md — HOW Anvil behaves, on every run.  </a:t>
            </a:r>
            <a:r>
              <a:rPr sz="1700" b="0">
                <a:solidFill>
                  <a:srgbClr val="5A6472"/>
                </a:solidFill>
                <a:latin typeface="Segoe UI"/>
              </a:rPr>
              <a:t>Defaults for underspecified input, fallbacks, conventions. Living file, maintained by you. Precedence: run domain-knowledge/ → workspace root → none.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background-information.md — WHAT one run builds.  </a:t>
            </a:r>
            <a:r>
              <a:rPr sz="1700" b="0">
                <a:solidFill>
                  <a:srgbClr val="5A6472"/>
                </a:solidFill>
                <a:latin typeface="Segoe UI"/>
              </a:rPr>
              <a:t>Written from chat text or copied from a source file; enriched by Q&amp;A (## Clarifications) and recorded defaults (## Assumptions). Single source of truth — chat history is never load-bearing.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Dev docs (anvil-development/v0.1.2/) — how Anvil itself was built.  </a:t>
            </a:r>
            <a:r>
              <a:rPr sz="1700" b="0">
                <a:solidFill>
                  <a:srgbClr val="5A6472"/>
                </a:solidFill>
                <a:latin typeface="Segoe UI"/>
              </a:rPr>
              <a:t>Frozen per release: proposal → spec → architecture → blueprint → plan, all delta-style.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Rule of thumb:  </a:t>
            </a:r>
            <a:r>
              <a:rPr sz="1700" b="0">
                <a:solidFill>
                  <a:srgbClr val="5A6472"/>
                </a:solidFill>
                <a:latin typeface="Segoe UI"/>
              </a:rPr>
              <a:t>dev docs are frozen · instructions are living · background-information is disposable.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ISSUE 1 · #14 · FR-INS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Standing instructions: anvil-instructions.md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What:  </a:t>
            </a:r>
            <a:r>
              <a:rPr sz="1600" b="0">
                <a:solidFill>
                  <a:srgbClr val="5A6472"/>
                </a:solidFill>
                <a:latin typeface="Segoe UI"/>
              </a:rPr>
              <a:t>Anvil's copilot-instructions.md — default actions when inputs are underspecified, fallback behaviors, conventions.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Injection:  </a:t>
            </a:r>
            <a:r>
              <a:rPr sz="1600" b="0">
                <a:solidFill>
                  <a:srgbClr val="5A6472"/>
                </a:solidFill>
                <a:latin typeface="Segoe UI"/>
              </a:rPr>
              <a:t>dedicated 'Standing instructions' block in every doc / code / intake prompt; never truncated (16k hard cap at resolution, FR-INS-003).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Resolution:  </a:t>
            </a:r>
            <a:r>
              <a:rPr sz="1600" b="0">
                <a:solidFill>
                  <a:srgbClr val="5A6472"/>
                </a:solidFill>
                <a:latin typeface="Segoe UI"/>
              </a:rPr>
              <a:t>run domain-knowledge/anvil-instructions.md → &lt;base workspace&gt;/anvil-instructions.md → none; a file next to a build-from-file source travels with the run (FR-INS-005).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Audited:  </a:t>
            </a:r>
            <a:r>
              <a:rPr sz="1600" b="0">
                <a:solidFill>
                  <a:srgbClr val="5A6472"/>
                </a:solidFill>
                <a:latin typeface="Segoe UI"/>
              </a:rPr>
              <a:t>InstructionsResolved event records the governing path (or null) on every run.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Shipped:  </a:t>
            </a:r>
            <a:r>
              <a:rPr sz="1600" b="0">
                <a:solidFill>
                  <a:srgbClr val="5A6472"/>
                </a:solidFill>
                <a:latin typeface="Segoe UI"/>
              </a:rPr>
              <a:t>starter file at workspace/ (server default) and repo root (open-folder runs); keep it short — every line costs tokens on all 13 phases.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Key coupling:  </a:t>
            </a:r>
            <a:r>
              <a:rPr sz="1600" b="0">
                <a:solidFill>
                  <a:srgbClr val="5A6472"/>
                </a:solidFill>
                <a:latin typeface="Segoe UI"/>
              </a:rPr>
              <a:t>instructions are the answer sheet intake consults before asking you anything.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ISSUE 2 · #15 · FR-INT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Intake: a dedicated completeness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2430"/>
                </a:solidFill>
                <a:latin typeface="Segoe UI"/>
              </a:rPr>
              <a:t>New 13th phase, first in the DAG  </a:t>
            </a:r>
            <a:r>
              <a:rPr sz="1500" b="0">
                <a:solidFill>
                  <a:srgbClr val="5A6472"/>
                </a:solidFill>
                <a:latin typeface="Segoe UI"/>
              </a:rPr>
              <a:t>— runs before proposal, at every complexity tier; cheap planning-tier model.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2430"/>
                </a:solidFill>
                <a:latin typeface="Segoe UI"/>
              </a:rPr>
              <a:t>Marker protocol:  </a:t>
            </a:r>
            <a:r>
              <a:rPr sz="1500" b="0">
                <a:solidFill>
                  <a:srgbClr val="5A6472"/>
                </a:solidFill>
                <a:latin typeface="Segoe UI"/>
              </a:rPr>
              <a:t>INTAKE: complete · QUESTION: &lt;q&gt; (max 5) · ASSUMPTION: &lt;a&gt; — same pattern as the COMPLEXITY marker.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2430"/>
                </a:solidFill>
                <a:latin typeface="Segoe UI"/>
              </a:rPr>
              <a:t>Interactive (gated/secure):  </a:t>
            </a:r>
            <a:r>
              <a:rPr sz="1500" b="0">
                <a:solidFill>
                  <a:srgbClr val="5A6472"/>
                </a:solidFill>
                <a:latin typeface="Segoe UI"/>
              </a:rPr>
              <a:t>run pauses in awaiting_clarification; questions surface in chat; @anvil answer a1; a2 → answers appended under ## Clarifications → intake re-checks ONCE.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2430"/>
                </a:solidFill>
                <a:latin typeface="Segoe UI"/>
              </a:rPr>
              <a:t>Autonomous (yolo):  </a:t>
            </a:r>
            <a:r>
              <a:rPr sz="1500" b="0">
                <a:solidFill>
                  <a:srgbClr val="5A6472"/>
                </a:solidFill>
                <a:latin typeface="Segoe UI"/>
              </a:rPr>
              <a:t>never pauses — gaps filled from instructions defaults, recorded under ## Assumptions (FR-INT-010).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2430"/>
                </a:solidFill>
                <a:latin typeface="Segoe UI"/>
              </a:rPr>
              <a:t>Bounded by design:  </a:t>
            </a:r>
            <a:r>
              <a:rPr sz="1500" b="0">
                <a:solidFill>
                  <a:srgbClr val="5A6472"/>
                </a:solidFill>
                <a:latin typeface="Segoe UI"/>
              </a:rPr>
              <a:t>one clarification round per run, like bounded self-heal retries — a run can never stall on questions.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2430"/>
                </a:solidFill>
                <a:latin typeface="Segoe UI"/>
              </a:rPr>
              <a:t>Guardrail:  </a:t>
            </a:r>
            <a:r>
              <a:rPr sz="1500" b="0">
                <a:solidFill>
                  <a:srgbClr val="5A6472"/>
                </a:solidFill>
                <a:latin typeface="Segoe UI"/>
              </a:rPr>
              <a:t>intake must not ask what the instructions file already answers (FR-INT-006).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F2430"/>
                </a:solidFill>
                <a:latin typeface="Segoe UI"/>
              </a:rPr>
              <a:t>Surface:  </a:t>
            </a:r>
            <a:r>
              <a:rPr sz="1500" b="0">
                <a:solidFill>
                  <a:srgbClr val="5A6472"/>
                </a:solidFill>
                <a:latin typeface="Segoe UI"/>
              </a:rPr>
              <a:t>POST /v1/runs/{id}/clarify · pending_questions on run state · ClarificationRequired/Received + IntakeAssessed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ISSUE 3 · #16 · FR-OKF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OKF-conformant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OKF:  </a:t>
            </a:r>
            <a:r>
              <a:rPr sz="1600" b="0">
                <a:solidFill>
                  <a:srgbClr val="5A6472"/>
                </a:solidFill>
                <a:latin typeface="Segoe UI"/>
              </a:rPr>
              <a:t>Google Cloud's Open Knowledge Format (v0.1, June 2026) — markdown + YAML frontmatter; the only mandated field is `type`; producers may add custom fields.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Every artifact now carries:  </a:t>
            </a:r>
            <a:r>
              <a:rPr sz="1600" b="0">
                <a:solidFill>
                  <a:srgbClr val="5A6472"/>
                </a:solidFill>
                <a:latin typeface="Segoe UI"/>
              </a:rPr>
              <a:t>type · title · description · tags · timestamp — alongside Anvil's lineage fields (artifactId, phase, generatedAt, derivedFrom) as producer extensions.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Validator:  </a:t>
            </a:r>
            <a:r>
              <a:rPr sz="1600" b="0">
                <a:solidFill>
                  <a:srgbClr val="5A6472"/>
                </a:solidFill>
                <a:latin typeface="Segoe UI"/>
              </a:rPr>
              <a:t>additionally requires type + title on metadata-bearing artifacts (FR-OKF-002).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docs/index.md:  </a:t>
            </a:r>
            <a:r>
              <a:rPr sz="1600" b="0">
                <a:solidFill>
                  <a:srgbClr val="5A6472"/>
                </a:solidFill>
                <a:latin typeface="Segoe UI"/>
              </a:rPr>
              <a:t>OKF progressive-disclosure index written deterministically by the supervisor at run completion — no LLM call (FR-OKF-003).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Cross-links:  </a:t>
            </a:r>
            <a:r>
              <a:rPr sz="1600" b="0">
                <a:solidFill>
                  <a:srgbClr val="5A6472"/>
                </a:solidFill>
                <a:latin typeface="Segoe UI"/>
              </a:rPr>
              <a:t>doc prompts encourage relative markdown links between sibling artifacts (not validated in v0.1.2).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Why it matters:  </a:t>
            </a:r>
            <a:r>
              <a:rPr sz="1600" b="0">
                <a:solidFill>
                  <a:srgbClr val="5A6472"/>
                </a:solidFill>
                <a:latin typeface="Segoe UI"/>
              </a:rPr>
              <a:t>a run's docs/ folder is now directly consumable by other agents and OKF tooling.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ISSUES 4 &amp; FIX · #17 #18 · FR-SRC / FR-CTX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File-based build · input-limit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source_path on POST /v1/runs:  </a:t>
            </a:r>
            <a:r>
              <a:rPr sz="1600" b="0">
                <a:solidFill>
                  <a:srgbClr val="5A6472"/>
                </a:solidFill>
                <a:latin typeface="Segoe UI"/>
              </a:rPr>
              <a:t>copies an intent markdown file into a fresh isolated runs/&lt;date&gt;-&lt;slug&gt;/ workspace (slug from first heading); mutually exclusive with task; 400 on missing file.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Bare '@anvil build':  </a:t>
            </a:r>
            <a:r>
              <a:rPr sz="1600" b="0">
                <a:solidFill>
                  <a:srgbClr val="5A6472"/>
                </a:solidFill>
                <a:latin typeface="Segoe UI"/>
              </a:rPr>
              <a:t>uses the open folder's domain-knowledge/background-information.md as the source.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Isolation preserved:  </a:t>
            </a:r>
            <a:r>
              <a:rPr sz="1600" b="0">
                <a:solidFill>
                  <a:srgbClr val="5A6472"/>
                </a:solidFill>
                <a:latin typeface="Segoe UI"/>
              </a:rPr>
              <a:t>the v0.1.1 FR-001 fix (runs never build inside your repo) applies unchanged.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43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#18 — the enabler fix:  </a:t>
            </a:r>
            <a:r>
              <a:rPr sz="1600" b="0">
                <a:solidFill>
                  <a:srgbClr val="5A6472"/>
                </a:solidFill>
                <a:latin typeface="Segoe UI"/>
              </a:rPr>
              <a:t>every prompt input file was silently truncated at 2,500 chars — rich background files, appended clarifications, and prior-phase docs were all being cut invisibly.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Now:  </a:t>
            </a:r>
            <a:r>
              <a:rPr sz="1600" b="0">
                <a:solidFill>
                  <a:srgbClr val="5A6472"/>
                </a:solidFill>
                <a:latin typeface="Segoe UI"/>
              </a:rPr>
              <a:t>20,000-char default · EffectiveConfig.inputCharLimit · ANVIL_INPUT_CHAR_LIMIT env · InputTruncated warning event names the file, size, and limit — truncation is never silent.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POST-REVIEW AMENDMENT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@anvil build is now conversational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Gap found in dogfooding:  </a:t>
            </a:r>
            <a:r>
              <a:rPr sz="1600" b="0">
                <a:solidFill>
                  <a:srgbClr val="5A6472"/>
                </a:solidFill>
                <a:latin typeface="Segoe UI"/>
              </a:rPr>
              <a:t>build (yolo) never asked; start gated asked but took no chat text — the wanted quadrant (chat text + questions) didn't exist.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Change:  </a:t>
            </a:r>
            <a:r>
              <a:rPr sz="1600" b="0">
                <a:solidFill>
                  <a:srgbClr val="5A6472"/>
                </a:solidFill>
                <a:latin typeface="Segoe UI"/>
              </a:rPr>
              <a:t>build now starts runs in GATED mode — intake may hold its one Q&amp;A round from chat, then the run builds unattended (gated mode adds no approval gates of its own).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Complete request ⇒ zero pauses  </a:t>
            </a:r>
            <a:r>
              <a:rPr sz="1600" b="0">
                <a:solidFill>
                  <a:srgbClr val="5A6472"/>
                </a:solidFill>
                <a:latin typeface="Segoe UI"/>
              </a:rPr>
              <a:t>— same fire-and-forget as before when nothing is missing.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yolo unchanged:  </a:t>
            </a:r>
            <a:r>
              <a:rPr sz="1600" b="0">
                <a:solidFill>
                  <a:srgbClr val="5A6472"/>
                </a:solidFill>
                <a:latin typeface="Segoe UI"/>
              </a:rPr>
              <a:t>REST callers keep 'mode: yolo' for the never-pause guarantee (FR-INT-010 intact).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F243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build &lt;text&gt;  </a:t>
            </a:r>
            <a:r>
              <a:rPr sz="1600" b="0">
                <a:solidFill>
                  <a:srgbClr val="5A6472"/>
                </a:solidFill>
                <a:latin typeface="Segoe UI"/>
              </a:rPr>
              <a:t>→ isolated run · asks once if needed · then autonomous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build  </a:t>
            </a:r>
            <a:r>
              <a:rPr sz="1600" b="0">
                <a:solidFill>
                  <a:srgbClr val="5A6472"/>
                </a:solidFill>
                <a:latin typeface="Segoe UI"/>
              </a:rPr>
              <a:t>→ same, from the open folder's background-information.md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start [mode]  </a:t>
            </a:r>
            <a:r>
              <a:rPr sz="1600" b="0">
                <a:solidFill>
                  <a:srgbClr val="5A6472"/>
                </a:solidFill>
                <a:latin typeface="Segoe UI"/>
              </a:rPr>
              <a:t>→ in-place run from an existing file (advanced path)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VERIFIED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Demo: '@anvil build a personal webpage for me'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C74B16"/>
                </a:solidFill>
                <a:latin typeface="Segoe UI"/>
              </a:rPr>
              <a:t>Chat transcript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@anvil build a personal webpage for me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72"/>
                </a:solidFill>
                <a:latin typeface="Segoe UI"/>
              </a:rPr>
              <a:t>→ awaiting_clarification (intake)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❓ 1. What sections/content must be included?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❓ 2. Preferred visual style or color scheme?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@anvil answer for my portfolio; dark mode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72"/>
                </a:solidFill>
                <a:latin typeface="Segoe UI"/>
              </a:rPr>
              <a:t>→ completed: intake … implementation (simple tier)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430"/>
                </a:solidFill>
                <a:latin typeface="Segoe U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2"/>
                </a:solidFill>
                <a:latin typeface="Segoe UI"/>
              </a:rPr>
              <a:t>Only 2 questions asked — stack, persistence and platform were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2"/>
                </a:solidFill>
                <a:latin typeface="Segoe UI"/>
              </a:rPr>
              <a:t>already answered by anvil-instructions.md (FR-INT-006).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C74B16"/>
                </a:solidFill>
                <a:latin typeface="Segoe UI"/>
              </a:rPr>
              <a:t>Resulting background-information.md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# Project Request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a personal webpage for me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430"/>
                </a:solidFill>
                <a:latin typeface="Segoe UI"/>
              </a:rPr>
              <a:t>## Clarifications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Q: sections/content? — A: for my portfolio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Q: visual style? — A: dark mode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430"/>
                </a:solidFill>
                <a:latin typeface="Segoe UI"/>
              </a:rPr>
              <a:t>## Assumptions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single-file HTML/CSS/JS · placeholder portfolio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30"/>
                </a:solidFill>
                <a:latin typeface="Segoe UI"/>
              </a:rPr>
              <a:t>sections · no persistence · single-page layout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430"/>
                </a:solidFill>
                <a:latin typeface="Segoe U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2"/>
                </a:solidFill>
                <a:latin typeface="Segoe UI"/>
              </a:rPr>
              <a:t>The file is the single source of truth: request + Q&amp;A +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2"/>
                </a:solidFill>
                <a:latin typeface="Segoe UI"/>
              </a:rPr>
              <a:t>recorded defaults, fully auditable in logs/events.jsonl.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Architecture delta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New:  </a:t>
            </a:r>
            <a:r>
              <a:rPr sz="1600" b="0">
                <a:solidFill>
                  <a:srgbClr val="5A6472"/>
                </a:solidFill>
                <a:latin typeface="Segoe UI"/>
              </a:rPr>
              <a:t>instructions/resolver.py · agents/phases/intake_agent.py · awaiting_clarification run status · POST /v1/runs/{id}/clarify · answer chat command.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Extended:  </a:t>
            </a:r>
            <a:r>
              <a:rPr sz="1600" b="0">
                <a:solidFill>
                  <a:srgbClr val="5A6472"/>
                </a:solidFill>
                <a:latin typeface="Segoe UI"/>
              </a:rPr>
              <a:t>phase contracts (13 phases; questions/assumptions on completion events) · LLM backend (_run_intake, instructions block, configurable input limit) · document writer (OKF header) · validator (type/title) · supervisor (clarification pause/resume, run index writer).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New events:  </a:t>
            </a:r>
            <a:r>
              <a:rPr sz="1600" b="0">
                <a:solidFill>
                  <a:srgbClr val="5A6472"/>
                </a:solidFill>
                <a:latin typeface="Segoe UI"/>
              </a:rPr>
              <a:t>InstructionsResolved · ClarificationRequired · ClarificationReceived · IntakeAssessed · InputTruncated.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Unchanged guarantees:  </a:t>
            </a:r>
            <a:r>
              <a:rPr sz="1600" b="0">
                <a:solidFill>
                  <a:srgbClr val="5A6472"/>
                </a:solidFill>
                <a:latin typeface="Segoe UI"/>
              </a:rPr>
              <a:t>per-run isolation · complexity gating · phase-aware model routing (Gemma 4 planning / DeepSeek coding) · bounded retries · checkpoint/rollback/resume · failure records.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1F2430"/>
                </a:solidFill>
                <a:latin typeface="Segoe UI"/>
              </a:rPr>
              <a:t>Tests:  </a:t>
            </a:r>
            <a:r>
              <a:rPr sz="1600" b="0">
                <a:solidFill>
                  <a:srgbClr val="5A6472"/>
                </a:solidFill>
                <a:latin typeface="Segoe UI"/>
              </a:rPr>
              <a:t>243 → 272 Python (20 updated for the 13-phase DAG, 29 new) · 36 vitest · clean tsc · packaged anvil-extension-0.1.2.vsix.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74B16"/>
                </a:solidFill>
                <a:latin typeface="Segoe UI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430"/>
                </a:solidFill>
                <a:latin typeface="Segoe UI"/>
              </a:rPr>
              <a:t>v0.1.3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940"/>
          </a:xfrm>
          <a:prstGeom prst="rect">
            <a:avLst/>
          </a:prstGeom>
          <a:solidFill>
            <a:srgbClr val="C74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Cost accounting in dollars  </a:t>
            </a:r>
            <a:r>
              <a:rPr sz="1700" b="0">
                <a:solidFill>
                  <a:srgbClr val="5A6472"/>
                </a:solidFill>
                <a:latin typeface="Segoe UI"/>
              </a:rPr>
              <a:t>— OpenRouter returns real cost per request; surface $/run and $/phase in run-summary.log to make 'cost effective' measurable.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Model escalation ladder  </a:t>
            </a:r>
            <a:r>
              <a:rPr sz="1700" b="0">
                <a:solidFill>
                  <a:srgbClr val="5A6472"/>
                </a:solidFill>
                <a:latin typeface="Segoe UI"/>
              </a:rPr>
              <a:t>— try cheap, verify, escalate on validation failure; the validator + retry controller are the ready-made hooks.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Richer clarification  </a:t>
            </a:r>
            <a:r>
              <a:rPr sz="1700" b="0">
                <a:solidFill>
                  <a:srgbClr val="5A6472"/>
                </a:solidFill>
                <a:latin typeface="Segoe UI"/>
              </a:rPr>
              <a:t>— configurable rounds, per-question defaults, 'ask before building' as an instructions-file policy.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OKF depth  </a:t>
            </a:r>
            <a:r>
              <a:rPr sz="1700" b="0">
                <a:solidFill>
                  <a:srgbClr val="5A6472"/>
                </a:solidFill>
                <a:latin typeface="Segoe UI"/>
              </a:rPr>
              <a:t>— cross-link validation, log.md change histories, applying OKF to generated projects' own docs.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1F2430"/>
                </a:solidFill>
                <a:latin typeface="Segoe UI"/>
              </a:rPr>
              <a:t>Agentic implementation phase  </a:t>
            </a:r>
            <a:r>
              <a:rPr sz="1700" b="0">
                <a:solidFill>
                  <a:srgbClr val="5A6472"/>
                </a:solidFill>
                <a:latin typeface="Segoe UI"/>
              </a:rPr>
              <a:t>— reactivate the OpenHands adapter (or a native tool loop) so implementation iterates edit-run-fix instead of one-shot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